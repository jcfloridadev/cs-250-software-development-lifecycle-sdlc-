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42"/>
    <p:restoredTop sz="94665"/>
  </p:normalViewPr>
  <p:slideViewPr>
    <p:cSldViewPr snapToGrid="0">
      <p:cViewPr varScale="1">
        <p:scale>
          <a:sx n="120" d="100"/>
          <a:sy n="120" d="100"/>
        </p:scale>
        <p:origin x="8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9AB3A824-1A51-4B26-AD58-A6D8E14F6C04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500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58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E5059C3-6A89-4494-99FF-5A4D6FFD50EB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577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217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04825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001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53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514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448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4007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CBC1C18-307B-4F68-A007-B5B542270E8D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2208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CBC1C18-307B-4F68-A007-B5B542270E8D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911477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CBC1C18-307B-4F68-A007-B5B542270E8D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19752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23746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4423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9670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3FFE419-2371-464F-8239-3959401C3561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72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4/18/26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8931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crumguides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2EF70-AB3B-478B-E0B1-2062507F76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Evaluating the Scrum-Agile Approach at </a:t>
            </a:r>
            <a:r>
              <a:rPr lang="en-US" sz="4400" dirty="0" err="1"/>
              <a:t>ChadaTech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3608F-95F4-95B6-03EC-78387B16B0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SNHU Travel Application Case Study</a:t>
            </a:r>
            <a:br>
              <a:rPr lang="en-US" dirty="0"/>
            </a:br>
            <a:r>
              <a:rPr lang="en-US" dirty="0"/>
              <a:t>CS 250 Final Project</a:t>
            </a:r>
            <a:br>
              <a:rPr lang="en-US" dirty="0"/>
            </a:br>
            <a:r>
              <a:rPr lang="en-US" dirty="0"/>
              <a:t>Justin Carlo Florida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081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072D-CEE6-C700-B641-3F7F2D25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Scrum-Agile Team Roles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3782FC-FB01-B330-B163-3400C7601A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552328"/>
            <a:ext cx="11070659" cy="330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 Scrum Master guides the team and removes obstacles to keep development on track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 Product Owner defines requirements and prioritizes features based on business value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 Development Team builds and delivers functional increments of the application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 These roles improve collaboration, accountability, and efficiency in development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 Demonstrated during the SNHU Travel project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100" dirty="0"/>
              <a:t>(Schwaber &amp; Sutherland, 2020)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346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8B2D3-80E6-76F8-0E26-CDECFB1DC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53" y="764373"/>
            <a:ext cx="11309647" cy="1293028"/>
          </a:xfrm>
        </p:spPr>
        <p:txBody>
          <a:bodyPr/>
          <a:lstStyle/>
          <a:p>
            <a:r>
              <a:rPr lang="en-US" dirty="0"/>
              <a:t>Agile Software Development Life Cycle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36B872-20D2-B1B0-1E3E-9532E7500A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275330"/>
            <a:ext cx="10054355" cy="386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 Sprint Planning defines goals and selects user stories for development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 Development occurs in short sprints to deliver working features incrementally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 Continuous testing ensures issues are identified early and quality is maintained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 Sprint Review gathers feedback to improve the product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 Retrospective evaluates performance and improves future sprints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100" i="1" dirty="0"/>
              <a:t>(Project Management Institute [PMI], 2021)</a:t>
            </a:r>
            <a:endParaRPr lang="en-US" sz="11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681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487ED-2A27-0D57-5082-3D0D90ACC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998" y="764373"/>
            <a:ext cx="9267202" cy="1293028"/>
          </a:xfrm>
        </p:spPr>
        <p:txBody>
          <a:bodyPr/>
          <a:lstStyle/>
          <a:p>
            <a:r>
              <a:rPr lang="en-US" dirty="0"/>
              <a:t>Waterfall Model at </a:t>
            </a:r>
            <a:r>
              <a:rPr lang="en-US" dirty="0" err="1"/>
              <a:t>ChadaTech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EE3996-8913-24D5-BBFB-845B697896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8266" y="2380162"/>
            <a:ext cx="11075468" cy="358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Waterfall follows a linear process where each phase must be completed before moving forward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Requirements are defined early and are difficult to change once development begins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Testing occurs at the end, increasing the risk of late-stage issues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In the SNHU Travel project, requirement changes would have required revisiting earlier phases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This would likely delay progress and reduce flexibility compared to Agile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100" i="1" dirty="0"/>
              <a:t>(Sommerville, 2020)</a:t>
            </a:r>
            <a:endParaRPr lang="en-US" sz="11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166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EBF31-29EE-17FA-FB7C-258B38252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213" y="764373"/>
            <a:ext cx="10719987" cy="1293028"/>
          </a:xfrm>
        </p:spPr>
        <p:txBody>
          <a:bodyPr>
            <a:normAutofit/>
          </a:bodyPr>
          <a:lstStyle/>
          <a:p>
            <a:r>
              <a:rPr lang="en-US" sz="3600" dirty="0"/>
              <a:t>Comparison of Development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445E9-7E18-4869-B0E7-58FD5A5FF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200" b="1" dirty="0"/>
              <a:t>Agile:</a:t>
            </a:r>
            <a:endParaRPr lang="en-US" sz="3200" dirty="0"/>
          </a:p>
          <a:p>
            <a:r>
              <a:rPr lang="en-US" sz="3200" dirty="0"/>
              <a:t>Adapts to changing requirements throughout development </a:t>
            </a:r>
          </a:p>
          <a:p>
            <a:r>
              <a:rPr lang="en-US" sz="3200" dirty="0"/>
              <a:t>Delivers features incrementally through sprints </a:t>
            </a:r>
          </a:p>
          <a:p>
            <a:r>
              <a:rPr lang="en-US" sz="3200" dirty="0"/>
              <a:t>Encourages continuous feedback and collaboration 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Waterfall:</a:t>
            </a:r>
            <a:endParaRPr lang="en-US" sz="3200" dirty="0"/>
          </a:p>
          <a:p>
            <a:r>
              <a:rPr lang="en-US" sz="3200" dirty="0"/>
              <a:t>Uses a fixed, sequential process </a:t>
            </a:r>
          </a:p>
          <a:p>
            <a:r>
              <a:rPr lang="en-US" sz="3200" dirty="0"/>
              <a:t>Changes are difficult once development begins </a:t>
            </a:r>
          </a:p>
          <a:p>
            <a:r>
              <a:rPr lang="en-US" sz="3200" dirty="0"/>
              <a:t>Feedback is limited until later stages </a:t>
            </a:r>
          </a:p>
          <a:p>
            <a:r>
              <a:rPr lang="en-US" sz="3200" dirty="0"/>
              <a:t>The SNHU Travel project benefited from Agile due to its need for flexibility and iterative progress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(Highsmith, 2020)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79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F6BE-64FD-AC6C-F2C4-65589161C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075" y="764373"/>
            <a:ext cx="9626125" cy="1293028"/>
          </a:xfrm>
        </p:spPr>
        <p:txBody>
          <a:bodyPr/>
          <a:lstStyle/>
          <a:p>
            <a:r>
              <a:rPr lang="en-US" dirty="0"/>
              <a:t>Recommendation for </a:t>
            </a:r>
            <a:r>
              <a:rPr lang="en-US" dirty="0" err="1"/>
              <a:t>ChadaTech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52B262-F8CC-91A2-EA22-DB4663ED2C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721602"/>
            <a:ext cx="9956572" cy="2970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Agile supports projects with evolving requirements and frequent changes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Iterative development allows faster delivery and continuous improvement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SNHU Travel project demonstrated improved adaptability using Agile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Agile is recommended for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ChadaTech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improve flexibility and collaboration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100" dirty="0"/>
              <a:t>(PMI, 2021)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7743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1705-D23C-871C-1258-20E131BB4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56C699-9E77-3AD8-9CF7-CD2A3BA323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529242"/>
            <a:ext cx="10007868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Agile improved flexibility and collaboration in the SNHU Travel project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Iterative development allowed faster feedback and continuous improvement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Waterfall is less adaptable to changing requirements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Agile is recommended for future development at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ChadaTech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100" i="1" dirty="0"/>
              <a:t>(PMI, 2021)</a:t>
            </a:r>
            <a:endParaRPr lang="en-US" sz="11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722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20E2-C023-FF09-0249-1E801FA4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A6DF57-EEA8-E930-E1FA-ADFCC7EC5F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944740"/>
            <a:ext cx="10281982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Highsmith, J. (2020).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Agile project management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Addison-Wesley.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Project Management Institute. (2021).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Agile practice guide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PMI.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Schwaber, K., &amp; Sutherland, J. (2020).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Scrum Guide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2"/>
              </a:rPr>
              <a:t>https://scrumguides.org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Sommerville, I. (2020).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Software engineering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(10th ed.). Pearson.</a:t>
            </a:r>
          </a:p>
        </p:txBody>
      </p:sp>
    </p:spTree>
    <p:extLst>
      <p:ext uri="{BB962C8B-B14F-4D97-AF65-F5344CB8AC3E}">
        <p14:creationId xmlns:p14="http://schemas.microsoft.com/office/powerpoint/2010/main" val="312691829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41</TotalTime>
  <Words>436</Words>
  <Application>Microsoft Macintosh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Vapor Trail</vt:lpstr>
      <vt:lpstr>Evaluating the Scrum-Agile Approach at ChadaTech</vt:lpstr>
      <vt:lpstr>Scrum-Agile Team Roles</vt:lpstr>
      <vt:lpstr>Agile Software Development Life Cycle</vt:lpstr>
      <vt:lpstr>Waterfall Model at ChadaTech</vt:lpstr>
      <vt:lpstr>Comparison of Development Approaches</vt:lpstr>
      <vt:lpstr>Recommendation for ChadaTech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Florida, Justin</dc:creator>
  <cp:lastModifiedBy>Florida, Justin</cp:lastModifiedBy>
  <cp:revision>2</cp:revision>
  <dcterms:created xsi:type="dcterms:W3CDTF">2026-04-19T02:41:08Z</dcterms:created>
  <dcterms:modified xsi:type="dcterms:W3CDTF">2026-04-19T03:24:27Z</dcterms:modified>
</cp:coreProperties>
</file>